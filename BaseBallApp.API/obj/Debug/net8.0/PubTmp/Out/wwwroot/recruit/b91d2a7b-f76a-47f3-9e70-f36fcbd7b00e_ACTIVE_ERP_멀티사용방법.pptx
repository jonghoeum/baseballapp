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79EAB-E1F2-93B5-3994-8948EE02A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9BC3032-9C2E-0E02-914C-33EDF3C18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FA2B52-EA54-D89C-780C-9509C55CB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8415-3D4E-4177-82C4-37974C4E119B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021360-3C81-79EE-4FE1-45FC577D0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D4FBA0-3492-C683-0CA6-024861D7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9C37-C4AE-4C18-A3E7-0C6B4E9EF0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112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AE1503-5ED2-B231-3D56-B276761ED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E6D41-DCEA-727E-BE0B-E0BC1AC5D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DD2BE5-8087-2F86-28FA-C1741FC51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8415-3D4E-4177-82C4-37974C4E119B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4BF400-9B85-41E8-FEE0-43E294EB8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39F298-86C1-8D1D-3BC3-7DDF6240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9C37-C4AE-4C18-A3E7-0C6B4E9EF0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35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2ED7C2-56F7-3C6A-2409-C7AFAC689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3CD1CB-13D0-8770-D5F9-90C631662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4C0C3E-992A-8E91-CCC8-18271D6D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8415-3D4E-4177-82C4-37974C4E119B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F3813F-C722-FD4F-73B1-27DFC833D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D7C647-A4E2-B85A-D13E-1CFFAB0D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9C37-C4AE-4C18-A3E7-0C6B4E9EF0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501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D66C2-D02B-35CC-BE6E-0B1BC089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B52AF-F497-A90E-DDC9-AE80CE569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B68D58-6F8C-9D91-5E5A-9364302E9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908FA6-EB0E-CE36-8B5D-799DA8E9F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8415-3D4E-4177-82C4-37974C4E119B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DBD3E1-7DE9-3FDA-01B6-F5EFD8E24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A1D79D-398F-7634-3D2F-824282FFC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9C37-C4AE-4C18-A3E7-0C6B4E9EF0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73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F4D7C-D615-7857-1D98-A3757AAD8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3034DC-51F9-24FD-FA03-3FE0FBEA6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F86593-6347-BBE5-0E8C-26717FB89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86383F-A7E3-0FBD-F110-F62A0689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5615BB-1574-2B6E-D322-756161D75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E2E802-94CC-405D-50AF-F3E27250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8415-3D4E-4177-82C4-37974C4E119B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3DB324-0810-AE13-3E34-3A994B4B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7C1CC3-32E2-914C-DD7B-27C143D48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9C37-C4AE-4C18-A3E7-0C6B4E9EF0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217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8A14DA-3973-AC03-B7C6-E609D56B0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E4D76F-D5FE-8277-2D8A-8B7E32C0D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8415-3D4E-4177-82C4-37974C4E119B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5F8DCF-CC45-0011-6625-6A0D0FEB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CBB16A-44CC-6456-FEA5-A70C2D99A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9C37-C4AE-4C18-A3E7-0C6B4E9EF0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31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F195EE-31B6-CD32-29C0-27393EF1A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8415-3D4E-4177-82C4-37974C4E119B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194EC3-2294-7F9A-4824-1ACD24A3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0065F8-CF42-DF56-42CC-A4930B23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9C37-C4AE-4C18-A3E7-0C6B4E9EF0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109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B6F86-03C5-9CE5-7254-EC2FEFB5E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35AB08-321E-DCEE-FF89-8D03A2746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A726D2-DCA8-D933-04B3-8CF63C9BE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417F89-3A57-A62B-F67A-5D909B651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8415-3D4E-4177-82C4-37974C4E119B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8C4189-F09B-9E64-9D22-A3BC3017C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16FFDA-BBF3-351F-CC0D-372D3CDEA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9C37-C4AE-4C18-A3E7-0C6B4E9EF0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73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652DF0-5007-C0FA-3433-DDF5020E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1728DE-C3B8-7BCB-8F14-530C90B6B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44A40B-1A3D-B3E2-6334-D0E675B78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E3E5B-3C7F-B183-AA03-C538C616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8415-3D4E-4177-82C4-37974C4E119B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96E916-8F32-5FEE-C78F-8238034BB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5BEAA4-A8A8-3B34-65F7-BDB83E975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9C37-C4AE-4C18-A3E7-0C6B4E9EF0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225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2BC30-18BB-E386-5D6F-EAB138036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422700-62EE-2BC9-1B9B-C8683B7B2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F4F4F4-A636-9A3F-7166-B56A7B789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8415-3D4E-4177-82C4-37974C4E119B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F312-AD09-C094-7B5D-2D31BC96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3C23C6-52E8-79DB-FFF3-29A54B8E1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9C37-C4AE-4C18-A3E7-0C6B4E9EF0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723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7A2CAE-ABED-5879-A696-80664FBB5A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47DB15-5D7F-D5CE-BAA2-555C944B1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27C557-7C68-4B88-F531-DEB52F0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8415-3D4E-4177-82C4-37974C4E119B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B4741-0B9A-2833-0403-91054CDAA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C9E31F-AB05-B879-18EE-250F77F4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9C37-C4AE-4C18-A3E7-0C6B4E9EF0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631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65EBF4-F15C-F1D6-F138-20B65253E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D1EE1A-154A-0BEE-EB95-A0DA6D1D8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2F4D3A-B6DD-2130-25C1-31A45CF55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F8415-3D4E-4177-82C4-37974C4E119B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A1AD74-8BAF-7CE5-10C9-41E947DC1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CD77B-7907-12BB-FB4C-627BA7B38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69C37-C4AE-4C18-A3E7-0C6B4E9EF0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645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06E941-1548-5835-16B3-160B7A65BCBF}"/>
              </a:ext>
            </a:extLst>
          </p:cNvPr>
          <p:cNvSpPr txBox="1"/>
          <p:nvPr/>
        </p:nvSpPr>
        <p:spPr>
          <a:xfrm>
            <a:off x="0" y="142875"/>
            <a:ext cx="338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ACTIVE BROWSER </a:t>
            </a:r>
            <a:r>
              <a:rPr lang="ko-KR" altLang="en-US" dirty="0"/>
              <a:t>멀티 사용법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BFCF1-E8C6-927C-4052-05F551BB0299}"/>
              </a:ext>
            </a:extLst>
          </p:cNvPr>
          <p:cNvSpPr txBox="1"/>
          <p:nvPr/>
        </p:nvSpPr>
        <p:spPr>
          <a:xfrm>
            <a:off x="157163" y="596444"/>
            <a:ext cx="6119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C:\Program </a:t>
            </a:r>
            <a:r>
              <a:rPr lang="ko-KR" altLang="en-US" dirty="0" err="1"/>
              <a:t>Files</a:t>
            </a:r>
            <a:r>
              <a:rPr lang="ko-KR" altLang="en-US" dirty="0"/>
              <a:t> (x86)\</a:t>
            </a:r>
            <a:r>
              <a:rPr lang="ko-KR" altLang="en-US" dirty="0" err="1"/>
              <a:t>MiRaeIT</a:t>
            </a:r>
            <a:r>
              <a:rPr lang="ko-KR" altLang="en-US" dirty="0"/>
              <a:t> </a:t>
            </a:r>
            <a:r>
              <a:rPr lang="ko-KR" altLang="en-US" dirty="0" err="1"/>
              <a:t>Active</a:t>
            </a:r>
            <a:r>
              <a:rPr lang="ko-KR" altLang="en-US" dirty="0"/>
              <a:t> </a:t>
            </a:r>
            <a:r>
              <a:rPr lang="ko-KR" altLang="en-US" dirty="0" err="1"/>
              <a:t>Browser</a:t>
            </a:r>
            <a:r>
              <a:rPr lang="ko-KR" altLang="en-US" dirty="0"/>
              <a:t> 1.1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AB3E62E-600C-7ED6-82DB-745359E2D379}"/>
              </a:ext>
            </a:extLst>
          </p:cNvPr>
          <p:cNvGrpSpPr/>
          <p:nvPr/>
        </p:nvGrpSpPr>
        <p:grpSpPr>
          <a:xfrm>
            <a:off x="0" y="1335643"/>
            <a:ext cx="6448425" cy="5114925"/>
            <a:chOff x="0" y="1335643"/>
            <a:chExt cx="6448425" cy="511492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938D36A-2319-80A1-3837-20019E504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35643"/>
              <a:ext cx="6448425" cy="5114925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CD2BAC2-6455-A7A2-5640-3D18F2F4B121}"/>
                </a:ext>
              </a:extLst>
            </p:cNvPr>
            <p:cNvSpPr/>
            <p:nvPr/>
          </p:nvSpPr>
          <p:spPr>
            <a:xfrm>
              <a:off x="188394" y="2075377"/>
              <a:ext cx="5726632" cy="39159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216DD6B-01F7-0D74-083A-E7366B9D11DD}"/>
              </a:ext>
            </a:extLst>
          </p:cNvPr>
          <p:cNvGrpSpPr/>
          <p:nvPr/>
        </p:nvGrpSpPr>
        <p:grpSpPr>
          <a:xfrm>
            <a:off x="6276975" y="2005013"/>
            <a:ext cx="5726631" cy="3614738"/>
            <a:chOff x="6276975" y="2005013"/>
            <a:chExt cx="5726631" cy="3614738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1AE502D-F42B-C1CE-C310-DF14B6D0A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76975" y="2005013"/>
              <a:ext cx="5726631" cy="3614738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37B8D7B-C155-F89F-38B8-109B7D8E0C3B}"/>
                </a:ext>
              </a:extLst>
            </p:cNvPr>
            <p:cNvSpPr/>
            <p:nvPr/>
          </p:nvSpPr>
          <p:spPr>
            <a:xfrm>
              <a:off x="7532169" y="3151703"/>
              <a:ext cx="468831" cy="27729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23045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티스 메</dc:creator>
  <cp:lastModifiedBy>티스 메</cp:lastModifiedBy>
  <cp:revision>3</cp:revision>
  <dcterms:created xsi:type="dcterms:W3CDTF">2025-05-26T00:15:34Z</dcterms:created>
  <dcterms:modified xsi:type="dcterms:W3CDTF">2025-05-26T01:51:18Z</dcterms:modified>
</cp:coreProperties>
</file>